
<file path=[Content_Types].xml><?xml version="1.0" encoding="utf-8"?>
<Types xmlns="http://schemas.openxmlformats.org/package/2006/content-types">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70" r:id="rId3"/>
    <p:sldId id="258" r:id="rId4"/>
    <p:sldId id="261" r:id="rId5"/>
    <p:sldId id="262" r:id="rId6"/>
    <p:sldId id="263" r:id="rId7"/>
    <p:sldId id="264" r:id="rId8"/>
    <p:sldId id="265" r:id="rId9"/>
    <p:sldId id="271" r:id="rId10"/>
    <p:sldId id="272" r:id="rId11"/>
    <p:sldId id="273" r:id="rId12"/>
    <p:sldId id="275" r:id="rId13"/>
    <p:sldId id="276" r:id="rId14"/>
    <p:sldId id="279" r:id="rId15"/>
    <p:sldId id="266" r:id="rId16"/>
    <p:sldId id="267" r:id="rId17"/>
    <p:sldId id="268" r:id="rId18"/>
    <p:sldId id="269" r:id="rId19"/>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varScale="1">
        <p:scale>
          <a:sx n="90" d="100"/>
          <a:sy n="90" d="100"/>
        </p:scale>
        <p:origin x="37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a:latin typeface="Times New Roman" panose="02020603050405020304" pitchFamily="18" charset="0"/>
              <a:cs typeface="Times New Roman" panose="02020603050405020304" pitchFamily="18" charset="0"/>
            </a:rPr>
            <a:t>Review </a:t>
          </a:r>
          <a:r>
            <a:rPr lang="en-US" dirty="0">
              <a:latin typeface="Times New Roman" panose="02020603050405020304" pitchFamily="18" charset="0"/>
              <a:cs typeface="Times New Roman" panose="02020603050405020304" pitchFamily="18" charset="0"/>
            </a:rPr>
            <a:t>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pPr algn="just"/>
          <a:r>
            <a:rPr lang="en-US" dirty="0">
              <a:latin typeface="Times New Roman" panose="02020603050405020304" pitchFamily="18" charset="0"/>
              <a:cs typeface="Times New Roman" panose="02020603050405020304" pitchFamily="18" charset="0"/>
            </a:rPr>
            <a:t>Orientation</a:t>
          </a:r>
        </a:p>
        <a:p>
          <a:pPr algn="just"/>
          <a:r>
            <a:rPr lang="en-US" dirty="0">
              <a:latin typeface="Times New Roman" panose="02020603050405020304" pitchFamily="18" charset="0"/>
              <a:cs typeface="Times New Roman" panose="02020603050405020304" pitchFamily="18" charset="0"/>
            </a:rPr>
            <a:t>(Day 1)</a:t>
          </a:r>
        </a:p>
        <a:p>
          <a:pPr algn="just"/>
          <a:endParaRPr lang="en-US" dirty="0">
            <a:latin typeface="Times New Roman" panose="02020603050405020304" pitchFamily="18" charset="0"/>
            <a:cs typeface="Times New Roman" panose="02020603050405020304" pitchFamily="18" charset="0"/>
          </a:endParaRPr>
        </a:p>
        <a:p>
          <a:pPr algn="just"/>
          <a:r>
            <a:rPr lang="en-IN" dirty="0"/>
            <a:t>Onboarding &amp; company intro</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dgm:spPr/>
      <dgm:t>
        <a:bodyPr/>
        <a:lstStyle/>
        <a:p>
          <a:pPr algn="just"/>
          <a:r>
            <a:rPr lang="en-US" dirty="0">
              <a:latin typeface="Times New Roman" panose="02020603050405020304" pitchFamily="18" charset="0"/>
              <a:cs typeface="Times New Roman" panose="02020603050405020304" pitchFamily="18" charset="0"/>
            </a:rPr>
            <a:t>Training</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dgm:spPr/>
      <dgm:t>
        <a:bodyPr/>
        <a:lstStyle/>
        <a:p>
          <a:pPr algn="just">
            <a:buNone/>
          </a:pPr>
          <a:r>
            <a:rPr lang="en-US" dirty="0">
              <a:latin typeface="Times New Roman" panose="02020603050405020304" pitchFamily="18" charset="0"/>
              <a:cs typeface="Times New Roman" panose="02020603050405020304" pitchFamily="18" charset="0"/>
            </a:rPr>
            <a:t>Training</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C2E4BE07-7F4F-49C2-9B88-F771492A8CA8}">
      <dgm:prSet/>
      <dgm:spPr/>
      <dgm:t>
        <a:bodyPr/>
        <a:lstStyle/>
        <a:p>
          <a:pPr algn="just"/>
          <a:r>
            <a:rPr lang="en-US" dirty="0">
              <a:latin typeface="Times New Roman" panose="02020603050405020304" pitchFamily="18" charset="0"/>
              <a:cs typeface="Times New Roman" panose="02020603050405020304" pitchFamily="18" charset="0"/>
            </a:rPr>
            <a:t>Shadow Sprint </a:t>
          </a:r>
          <a:endParaRPr lang="en-IN" dirty="0"/>
        </a:p>
      </dgm:t>
    </dgm:pt>
    <dgm:pt modelId="{26D6AA68-ABB8-4A09-A339-1835B39CFA3F}" type="parTrans" cxnId="{83FCFEDD-2957-4956-8274-FE7DA04F760E}">
      <dgm:prSet/>
      <dgm:spPr/>
      <dgm:t>
        <a:bodyPr/>
        <a:lstStyle/>
        <a:p>
          <a:endParaRPr lang="en-IN"/>
        </a:p>
      </dgm:t>
    </dgm:pt>
    <dgm:pt modelId="{9FB8C4FE-F960-40C9-B8EE-E5BD54082E69}" type="sibTrans" cxnId="{83FCFEDD-2957-4956-8274-FE7DA04F760E}">
      <dgm:prSet/>
      <dgm:spPr/>
      <dgm:t>
        <a:bodyPr/>
        <a:lstStyle/>
        <a:p>
          <a:endParaRPr lang="en-IN"/>
        </a:p>
      </dgm:t>
    </dgm:pt>
    <dgm:pt modelId="{4C8CC100-47C7-43B9-A35F-27BE52DBEEFA}">
      <dgm:prSet/>
      <dgm:spPr/>
      <dgm:t>
        <a:bodyPr/>
        <a:lstStyle/>
        <a:p>
          <a:pPr algn="just"/>
          <a:endParaRPr lang="en-IN" dirty="0"/>
        </a:p>
      </dgm:t>
    </dgm:pt>
    <dgm:pt modelId="{A3551D19-14A2-48D5-8687-3BBD8CC1ACE1}" type="parTrans" cxnId="{83FB06D3-3902-47FC-B291-BA26B07E30BB}">
      <dgm:prSet/>
      <dgm:spPr/>
      <dgm:t>
        <a:bodyPr/>
        <a:lstStyle/>
        <a:p>
          <a:endParaRPr lang="en-IN"/>
        </a:p>
      </dgm:t>
    </dgm:pt>
    <dgm:pt modelId="{BD2600BB-373E-4462-84B7-12E3865702B5}" type="sibTrans" cxnId="{83FB06D3-3902-47FC-B291-BA26B07E30BB}">
      <dgm:prSet/>
      <dgm:spPr/>
      <dgm:t>
        <a:bodyPr/>
        <a:lstStyle/>
        <a:p>
          <a:endParaRPr lang="en-IN"/>
        </a:p>
      </dgm:t>
    </dgm:pt>
    <dgm:pt modelId="{D9E53685-8E5D-4647-ABB3-459A91492226}">
      <dgm:prSet/>
      <dgm:spPr/>
      <dgm:t>
        <a:bodyPr/>
        <a:lstStyle/>
        <a:p>
          <a:pPr algn="just"/>
          <a:r>
            <a:rPr lang="en-US" dirty="0">
              <a:latin typeface="Times New Roman" panose="02020603050405020304" pitchFamily="18" charset="0"/>
              <a:cs typeface="Times New Roman" panose="02020603050405020304" pitchFamily="18" charset="0"/>
            </a:rPr>
            <a:t>Final evaluation</a:t>
          </a:r>
        </a:p>
      </dgm:t>
    </dgm:pt>
    <dgm:pt modelId="{2B1BA4E2-E689-49D6-BB49-353288622CF3}" type="parTrans" cxnId="{D75101B0-AE87-4F9E-8AAF-3584702ACE0F}">
      <dgm:prSet/>
      <dgm:spPr/>
      <dgm:t>
        <a:bodyPr/>
        <a:lstStyle/>
        <a:p>
          <a:endParaRPr lang="en-IN"/>
        </a:p>
      </dgm:t>
    </dgm:pt>
    <dgm:pt modelId="{39310DC5-728B-4D08-A5D9-D74071253378}" type="sibTrans" cxnId="{D75101B0-AE87-4F9E-8AAF-3584702ACE0F}">
      <dgm:prSet/>
      <dgm:spPr/>
      <dgm:t>
        <a:bodyPr/>
        <a:lstStyle/>
        <a:p>
          <a:endParaRPr lang="en-IN"/>
        </a:p>
      </dgm:t>
    </dgm:pt>
    <dgm:pt modelId="{0191DB84-0C41-4C4C-85EC-0373CD422141}">
      <dgm:prSet/>
      <dgm:spPr/>
      <dgm:t>
        <a:bodyPr/>
        <a:lstStyle/>
        <a:p>
          <a:pPr algn="just"/>
          <a:endParaRPr lang="en-US" dirty="0">
            <a:latin typeface="Times New Roman" panose="02020603050405020304" pitchFamily="18" charset="0"/>
            <a:cs typeface="Times New Roman" panose="02020603050405020304" pitchFamily="18" charset="0"/>
          </a:endParaRPr>
        </a:p>
      </dgm:t>
    </dgm:pt>
    <dgm:pt modelId="{E090BBDC-86BF-4FF8-AE01-8CD8587D0C54}" type="parTrans" cxnId="{DE33F1F3-3C1E-4504-AB3B-23269AA91F85}">
      <dgm:prSet/>
      <dgm:spPr/>
      <dgm:t>
        <a:bodyPr/>
        <a:lstStyle/>
        <a:p>
          <a:endParaRPr lang="en-IN"/>
        </a:p>
      </dgm:t>
    </dgm:pt>
    <dgm:pt modelId="{5554790C-8531-49B1-A009-F45BA91079BE}" type="sibTrans" cxnId="{DE33F1F3-3C1E-4504-AB3B-23269AA91F85}">
      <dgm:prSet/>
      <dgm:spPr/>
      <dgm:t>
        <a:bodyPr/>
        <a:lstStyle/>
        <a:p>
          <a:endParaRPr lang="en-IN"/>
        </a:p>
      </dgm:t>
    </dgm:pt>
    <dgm:pt modelId="{6245827E-C881-4195-A80E-86FB279FD0DA}">
      <dgm:prSet/>
      <dgm:spPr/>
      <dgm:t>
        <a:bodyPr/>
        <a:lstStyle/>
        <a:p>
          <a:pPr algn="just"/>
          <a:r>
            <a:rPr lang="en-US" dirty="0">
              <a:latin typeface="Times New Roman" panose="02020603050405020304" pitchFamily="18" charset="0"/>
              <a:cs typeface="Times New Roman" panose="02020603050405020304" pitchFamily="18" charset="0"/>
            </a:rPr>
            <a:t>(Month 3 – 6)</a:t>
          </a:r>
        </a:p>
      </dgm:t>
    </dgm:pt>
    <dgm:pt modelId="{6F87DA4B-2470-41A8-A230-D75D0D64F562}" type="parTrans" cxnId="{5436720C-B605-4D97-A74B-47ECB5EB99AB}">
      <dgm:prSet/>
      <dgm:spPr/>
      <dgm:t>
        <a:bodyPr/>
        <a:lstStyle/>
        <a:p>
          <a:endParaRPr lang="en-IN"/>
        </a:p>
      </dgm:t>
    </dgm:pt>
    <dgm:pt modelId="{D19D9C3F-95AF-48B9-BDD7-92F971BF9B5A}" type="sibTrans" cxnId="{5436720C-B605-4D97-A74B-47ECB5EB99AB}">
      <dgm:prSet/>
      <dgm:spPr/>
      <dgm:t>
        <a:bodyPr/>
        <a:lstStyle/>
        <a:p>
          <a:endParaRPr lang="en-IN"/>
        </a:p>
      </dgm:t>
    </dgm:pt>
    <dgm:pt modelId="{70AB17F5-FEC5-45F2-8F70-FBBFBCF7A1BC}">
      <dgm:prSet/>
      <dgm:spPr/>
      <dgm:t>
        <a:bodyPr/>
        <a:lstStyle/>
        <a:p>
          <a:pPr algn="just"/>
          <a:endParaRPr lang="en-US" dirty="0">
            <a:latin typeface="Times New Roman" panose="02020603050405020304" pitchFamily="18" charset="0"/>
            <a:cs typeface="Times New Roman" panose="02020603050405020304" pitchFamily="18" charset="0"/>
          </a:endParaRPr>
        </a:p>
      </dgm:t>
    </dgm:pt>
    <dgm:pt modelId="{99E33D81-92C9-45F1-8A41-F04A9F6C462D}" type="parTrans" cxnId="{B0983E86-95BC-4F8C-AD9E-1950D91ED2B2}">
      <dgm:prSet/>
      <dgm:spPr/>
      <dgm:t>
        <a:bodyPr/>
        <a:lstStyle/>
        <a:p>
          <a:endParaRPr lang="en-IN"/>
        </a:p>
      </dgm:t>
    </dgm:pt>
    <dgm:pt modelId="{01E23A84-21EF-4837-A8C0-9F89EDA7283F}" type="sibTrans" cxnId="{B0983E86-95BC-4F8C-AD9E-1950D91ED2B2}">
      <dgm:prSet/>
      <dgm:spPr/>
      <dgm:t>
        <a:bodyPr/>
        <a:lstStyle/>
        <a:p>
          <a:endParaRPr lang="en-IN"/>
        </a:p>
      </dgm:t>
    </dgm:pt>
    <dgm:pt modelId="{79A9E412-D179-4839-B1F8-CFBBF3CD07B7}">
      <dgm:prSet/>
      <dgm:spPr/>
      <dgm:t>
        <a:bodyPr/>
        <a:lstStyle/>
        <a:p>
          <a:pPr algn="just"/>
          <a:r>
            <a:rPr lang="en-IN"/>
            <a:t>Assigned to project team</a:t>
          </a:r>
          <a:endParaRPr lang="en-US" dirty="0">
            <a:latin typeface="Times New Roman" panose="02020603050405020304" pitchFamily="18" charset="0"/>
            <a:cs typeface="Times New Roman" panose="02020603050405020304" pitchFamily="18" charset="0"/>
          </a:endParaRPr>
        </a:p>
      </dgm:t>
    </dgm:pt>
    <dgm:pt modelId="{E6468FE1-5BEE-4F1E-807E-341D18DDD11F}" type="parTrans" cxnId="{1B760A17-48C7-4379-9919-A95A0F794450}">
      <dgm:prSet/>
      <dgm:spPr/>
      <dgm:t>
        <a:bodyPr/>
        <a:lstStyle/>
        <a:p>
          <a:endParaRPr lang="en-IN"/>
        </a:p>
      </dgm:t>
    </dgm:pt>
    <dgm:pt modelId="{C03B7397-7A43-4624-A2B0-7B6F1CC0256C}" type="sibTrans" cxnId="{1B760A17-48C7-4379-9919-A95A0F794450}">
      <dgm:prSet/>
      <dgm:spPr/>
      <dgm:t>
        <a:bodyPr/>
        <a:lstStyle/>
        <a:p>
          <a:endParaRPr lang="en-IN"/>
        </a:p>
      </dgm:t>
    </dgm:pt>
    <dgm:pt modelId="{D3D1DEB0-5B39-4CDE-8172-0AC3786CA4BA}">
      <dgm:prSet/>
      <dgm:spPr/>
      <dgm:t>
        <a:bodyPr/>
        <a:lstStyle/>
        <a:p>
          <a:pPr algn="l">
            <a:buNone/>
          </a:pPr>
          <a:r>
            <a:rPr lang="en-US" dirty="0">
              <a:latin typeface="Times New Roman" panose="02020603050405020304" pitchFamily="18" charset="0"/>
              <a:cs typeface="Times New Roman" panose="02020603050405020304" pitchFamily="18" charset="0"/>
            </a:rPr>
            <a:t>(2 Months)</a:t>
          </a:r>
        </a:p>
      </dgm:t>
    </dgm:pt>
    <dgm:pt modelId="{C72B4BB9-C981-4E95-B114-8D3A7F715DB3}" type="parTrans" cxnId="{A3BBAD35-ED9C-497F-8E0A-C223C674A7B8}">
      <dgm:prSet/>
      <dgm:spPr/>
      <dgm:t>
        <a:bodyPr/>
        <a:lstStyle/>
        <a:p>
          <a:endParaRPr lang="en-IN"/>
        </a:p>
      </dgm:t>
    </dgm:pt>
    <dgm:pt modelId="{FC52BD0B-200A-4A05-97CD-F6CE2703BEFB}" type="sibTrans" cxnId="{A3BBAD35-ED9C-497F-8E0A-C223C674A7B8}">
      <dgm:prSet/>
      <dgm:spPr/>
      <dgm:t>
        <a:bodyPr/>
        <a:lstStyle/>
        <a:p>
          <a:endParaRPr lang="en-IN"/>
        </a:p>
      </dgm:t>
    </dgm:pt>
    <dgm:pt modelId="{46FAF778-5980-45A9-8401-FB6D873DA0BB}">
      <dgm:prSet/>
      <dgm:spPr/>
      <dgm:t>
        <a:bodyPr/>
        <a:lstStyle/>
        <a:p>
          <a:pPr algn="just">
            <a:buNone/>
          </a:pPr>
          <a:endParaRPr lang="en-US" dirty="0">
            <a:latin typeface="Times New Roman" panose="02020603050405020304" pitchFamily="18" charset="0"/>
            <a:cs typeface="Times New Roman" panose="02020603050405020304" pitchFamily="18" charset="0"/>
          </a:endParaRPr>
        </a:p>
      </dgm:t>
    </dgm:pt>
    <dgm:pt modelId="{81DC3815-7015-476E-8685-E31BC61292C9}" type="parTrans" cxnId="{59F39E5A-B02F-42F6-95D4-9F7CD819285B}">
      <dgm:prSet/>
      <dgm:spPr/>
      <dgm:t>
        <a:bodyPr/>
        <a:lstStyle/>
        <a:p>
          <a:endParaRPr lang="en-IN"/>
        </a:p>
      </dgm:t>
    </dgm:pt>
    <dgm:pt modelId="{9CFD9BF2-85E1-4705-B1B3-9169AA88CEBB}" type="sibTrans" cxnId="{59F39E5A-B02F-42F6-95D4-9F7CD819285B}">
      <dgm:prSet/>
      <dgm:spPr/>
      <dgm:t>
        <a:bodyPr/>
        <a:lstStyle/>
        <a:p>
          <a:endParaRPr lang="en-IN"/>
        </a:p>
      </dgm:t>
    </dgm:pt>
    <dgm:pt modelId="{9B7C65B6-3D0F-4764-B874-A5481933FDEE}">
      <dgm:prSet/>
      <dgm:spPr/>
      <dgm:t>
        <a:bodyPr/>
        <a:lstStyle/>
        <a:p>
          <a:pPr algn="just">
            <a:buNone/>
          </a:pPr>
          <a:r>
            <a:rPr lang="en-IN" dirty="0"/>
            <a:t>Domain training: </a:t>
          </a:r>
          <a:r>
            <a:rPr lang="en-IN" b="0" dirty="0"/>
            <a:t>Dev / Support / Infra</a:t>
          </a:r>
          <a:endParaRPr lang="en-US" dirty="0">
            <a:latin typeface="Times New Roman" panose="02020603050405020304" pitchFamily="18" charset="0"/>
            <a:cs typeface="Times New Roman" panose="02020603050405020304" pitchFamily="18" charset="0"/>
          </a:endParaRPr>
        </a:p>
      </dgm:t>
    </dgm:pt>
    <dgm:pt modelId="{882E52B9-CC0A-445A-A336-62085FBBFA88}" type="parTrans" cxnId="{59D0D766-70FC-42BF-A3FA-8447B6836392}">
      <dgm:prSet/>
      <dgm:spPr/>
      <dgm:t>
        <a:bodyPr/>
        <a:lstStyle/>
        <a:p>
          <a:endParaRPr lang="en-IN"/>
        </a:p>
      </dgm:t>
    </dgm:pt>
    <dgm:pt modelId="{45CB9200-6B2F-4E98-A7A3-0475B62120F6}" type="sibTrans" cxnId="{59D0D766-70FC-42BF-A3FA-8447B6836392}">
      <dgm:prSet/>
      <dgm:spPr/>
      <dgm:t>
        <a:bodyPr/>
        <a:lstStyle/>
        <a:p>
          <a:endParaRPr lang="en-IN"/>
        </a:p>
      </dgm:t>
    </dgm:pt>
    <dgm:pt modelId="{1D22DD75-B2EC-44EC-80B1-B374298FB877}">
      <dgm:prSet/>
      <dgm:spPr/>
      <dgm:t>
        <a:bodyPr/>
        <a:lstStyle/>
        <a:p>
          <a:pPr algn="just"/>
          <a:r>
            <a:rPr lang="en-US" dirty="0">
              <a:latin typeface="Times New Roman" panose="02020603050405020304" pitchFamily="18" charset="0"/>
              <a:cs typeface="Times New Roman" panose="02020603050405020304" pitchFamily="18" charset="0"/>
            </a:rPr>
            <a:t>(Week 1-2)</a:t>
          </a:r>
        </a:p>
        <a:p>
          <a:pPr algn="just"/>
          <a:endParaRPr lang="en-US" dirty="0">
            <a:latin typeface="Times New Roman" panose="02020603050405020304" pitchFamily="18" charset="0"/>
            <a:cs typeface="Times New Roman" panose="02020603050405020304" pitchFamily="18" charset="0"/>
          </a:endParaRPr>
        </a:p>
      </dgm:t>
    </dgm:pt>
    <dgm:pt modelId="{F829C76F-5C79-4865-909C-AF554D4E2E69}" type="parTrans" cxnId="{1CCF0ABE-7E87-4AF1-BFA7-BFD6ECD8BF87}">
      <dgm:prSet/>
      <dgm:spPr/>
      <dgm:t>
        <a:bodyPr/>
        <a:lstStyle/>
        <a:p>
          <a:endParaRPr lang="en-IN"/>
        </a:p>
      </dgm:t>
    </dgm:pt>
    <dgm:pt modelId="{E17E2D09-AA37-49B7-8847-9609835700D9}" type="sibTrans" cxnId="{1CCF0ABE-7E87-4AF1-BFA7-BFD6ECD8BF87}">
      <dgm:prSet/>
      <dgm:spPr/>
      <dgm:t>
        <a:bodyPr/>
        <a:lstStyle/>
        <a:p>
          <a:endParaRPr lang="en-IN"/>
        </a:p>
      </dgm:t>
    </dgm:pt>
    <dgm:pt modelId="{4741A1BA-98EF-49D7-8FF3-E2B355FF5AE1}">
      <dgm:prSet/>
      <dgm:spPr/>
      <dgm:t>
        <a:bodyPr/>
        <a:lstStyle/>
        <a:p>
          <a:pPr algn="just">
            <a:buNone/>
          </a:pPr>
          <a:r>
            <a:rPr lang="en-US" dirty="0"/>
            <a:t>Common training by </a:t>
          </a:r>
          <a:r>
            <a:rPr lang="en-US" b="0" dirty="0"/>
            <a:t>L&amp;D about tools</a:t>
          </a:r>
        </a:p>
      </dgm:t>
    </dgm:pt>
    <dgm:pt modelId="{78DC3522-EFCE-41AC-BC68-E95E0EDBFB7D}" type="parTrans" cxnId="{E3E0EB94-18E7-48FC-972B-B183875A3D26}">
      <dgm:prSet/>
      <dgm:spPr/>
      <dgm:t>
        <a:bodyPr/>
        <a:lstStyle/>
        <a:p>
          <a:endParaRPr lang="en-IN"/>
        </a:p>
      </dgm:t>
    </dgm:pt>
    <dgm:pt modelId="{E68C3980-4DEF-4F07-A043-F18CF1480A34}" type="sibTrans" cxnId="{E3E0EB94-18E7-48FC-972B-B183875A3D26}">
      <dgm:prSet/>
      <dgm:spPr/>
      <dgm:t>
        <a:bodyPr/>
        <a:lstStyle/>
        <a:p>
          <a:endParaRPr lang="en-IN"/>
        </a:p>
      </dgm:t>
    </dgm:pt>
    <dgm:pt modelId="{23092DF2-02E7-4952-9F10-52CEE36EF73A}">
      <dgm:prSet/>
      <dgm:spPr/>
      <dgm:t>
        <a:bodyPr/>
        <a:lstStyle/>
        <a:p>
          <a:pPr>
            <a:buNone/>
          </a:pPr>
          <a:r>
            <a:rPr lang="en-US" dirty="0"/>
            <a:t>Report to manager and  work on project tasks</a:t>
          </a:r>
        </a:p>
      </dgm:t>
    </dgm:pt>
    <dgm:pt modelId="{0777BE00-32DB-4EBE-8FC2-284BF8D66258}" type="parTrans" cxnId="{724857E8-47C0-4073-A5B6-0CEEEF5EB36B}">
      <dgm:prSet/>
      <dgm:spPr/>
      <dgm:t>
        <a:bodyPr/>
        <a:lstStyle/>
        <a:p>
          <a:endParaRPr lang="en-IN"/>
        </a:p>
      </dgm:t>
    </dgm:pt>
    <dgm:pt modelId="{A794AB12-B478-49C8-8A76-04F24A96D653}" type="sibTrans" cxnId="{724857E8-47C0-4073-A5B6-0CEEEF5EB36B}">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ADB7AF88-BCFD-4F25-8633-A8AFC866D853}"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CF281EBF-D653-4E03-929A-3FD79C2D37E5}" type="pres">
      <dgm:prSet presAssocID="{65C051F6-A849-4495-A964-CD4C650B9C06}" presName="Child5" presStyleLbl="revTx" presStyleIdx="0" presStyleCnt="0">
        <dgm:presLayoutVars>
          <dgm:chMax val="0"/>
          <dgm:chPref val="0"/>
          <dgm:bulletEnabled val="1"/>
        </dgm:presLayoutVars>
      </dgm:prSet>
      <dgm:spPr/>
    </dgm:pt>
    <dgm:pt modelId="{1FD8FB54-0020-4F81-A3BF-34F8B6483987}" type="pres">
      <dgm:prSet presAssocID="{65C051F6-A849-4495-A964-CD4C650B9C06}" presName="Parent5" presStyleLbl="node1" presStyleIdx="0" presStyleCnt="5">
        <dgm:presLayoutVars>
          <dgm:chMax val="2"/>
          <dgm:chPref val="1"/>
          <dgm:bulletEnabled val="1"/>
        </dgm:presLayoutVars>
      </dgm:prSet>
      <dgm:spPr/>
    </dgm:pt>
    <dgm:pt modelId="{7BC7D91C-58E9-474E-9106-F45A9E9A780C}"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B61ADB68-3D43-41B8-8CBD-FE94195CF02F}" type="pres">
      <dgm:prSet presAssocID="{5E92505A-51E0-4F78-B3C5-704ACF8710DE}" presName="Child4" presStyleLbl="revTx" presStyleIdx="0" presStyleCnt="0">
        <dgm:presLayoutVars>
          <dgm:chMax val="0"/>
          <dgm:chPref val="0"/>
          <dgm:bulletEnabled val="1"/>
        </dgm:presLayoutVars>
      </dgm:prSet>
      <dgm:spPr/>
    </dgm:pt>
    <dgm:pt modelId="{A664536D-5E60-495C-9264-EF9088809933}" type="pres">
      <dgm:prSet presAssocID="{5E92505A-51E0-4F78-B3C5-704ACF8710DE}" presName="Parent4" presStyleLbl="node1" presStyleIdx="1" presStyleCnt="5">
        <dgm:presLayoutVars>
          <dgm:chMax val="2"/>
          <dgm:chPref val="1"/>
          <dgm:bulletEnabled val="1"/>
        </dgm:presLayoutVars>
      </dgm:prSet>
      <dgm:spPr/>
    </dgm:pt>
    <dgm:pt modelId="{BB4B11BA-E62D-4856-B80A-7225AB0C74D1}"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5465076C-63C8-4CAC-9B31-F780E9BA9601}" type="pres">
      <dgm:prSet presAssocID="{A59EC69B-8F3F-425B-819F-E8C557946AEE}" presName="Child3" presStyleLbl="revTx" presStyleIdx="0" presStyleCnt="0">
        <dgm:presLayoutVars>
          <dgm:chMax val="0"/>
          <dgm:chPref val="0"/>
          <dgm:bulletEnabled val="1"/>
        </dgm:presLayoutVars>
      </dgm:prSet>
      <dgm:spPr/>
    </dgm:pt>
    <dgm:pt modelId="{CBB529A1-E905-4419-8AF1-29403A9292EC}" type="pres">
      <dgm:prSet presAssocID="{A59EC69B-8F3F-425B-819F-E8C557946AEE}" presName="Parent3" presStyleLbl="node1" presStyleIdx="2" presStyleCnt="5">
        <dgm:presLayoutVars>
          <dgm:chMax val="2"/>
          <dgm:chPref val="1"/>
          <dgm:bulletEnabled val="1"/>
        </dgm:presLayoutVars>
      </dgm:prSet>
      <dgm:spPr/>
    </dgm:pt>
    <dgm:pt modelId="{AD5F5D6B-3BFF-4BC0-A143-7E17B97E0EB3}"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7158075F-683D-4BAA-B27F-446ABA855902}" type="pres">
      <dgm:prSet presAssocID="{7B3055AA-BF7C-46D0-9A9E-60087B9F57B4}" presName="Child2" presStyleLbl="revTx" presStyleIdx="0" presStyleCnt="0">
        <dgm:presLayoutVars>
          <dgm:chMax val="0"/>
          <dgm:chPref val="0"/>
          <dgm:bulletEnabled val="1"/>
        </dgm:presLayoutVars>
      </dgm:prSet>
      <dgm:spPr/>
    </dgm:pt>
    <dgm:pt modelId="{24E2D161-4AC4-49F8-816E-8CF408DAA0A5}"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0A593B0A-80ED-4B4B-AB26-ABACAF3C4B1F}" type="presOf" srcId="{6245827E-C881-4195-A80E-86FB279FD0DA}" destId="{B61ADB68-3D43-41B8-8CBD-FE94195CF02F}" srcOrd="1" destOrd="1" presId="urn:microsoft.com/office/officeart/2011/layout/InterconnectedBlockProcess"/>
    <dgm:cxn modelId="{5436720C-B605-4D97-A74B-47ECB5EB99AB}" srcId="{5E92505A-51E0-4F78-B3C5-704ACF8710DE}" destId="{6245827E-C881-4195-A80E-86FB279FD0DA}" srcOrd="1" destOrd="0" parTransId="{6F87DA4B-2470-41A8-A230-D75D0D64F562}" sibTransId="{D19D9C3F-95AF-48B9-BDD7-92F971BF9B5A}"/>
    <dgm:cxn modelId="{2F34E50C-159F-4E08-8629-8FEC77AAD5C8}" type="presOf" srcId="{D471E45F-B026-44AA-9616-57E786AE80AF}" destId="{1C91D7E3-8940-4A33-9182-677DD5415901}" srcOrd="1" destOrd="0" presId="urn:microsoft.com/office/officeart/2011/layout/InterconnectedBlockProcess"/>
    <dgm:cxn modelId="{24B86716-B894-4AFD-ADDD-BB28E33FFDD1}" type="presOf" srcId="{73DB572E-062D-41AD-8033-D361B8E583DB}" destId="{2532504F-5FE1-4C97-B485-F05E8885EACC}" srcOrd="0" destOrd="0" presId="urn:microsoft.com/office/officeart/2011/layout/InterconnectedBlockProcess"/>
    <dgm:cxn modelId="{1B760A17-48C7-4379-9919-A95A0F794450}" srcId="{5E92505A-51E0-4F78-B3C5-704ACF8710DE}" destId="{79A9E412-D179-4839-B1F8-CFBBF3CD07B7}" srcOrd="3" destOrd="0" parTransId="{E6468FE1-5BEE-4F1E-807E-341D18DDD11F}" sibTransId="{C03B7397-7A43-4624-A2B0-7B6F1CC0256C}"/>
    <dgm:cxn modelId="{3E1B1218-192E-40DA-849D-C287BBD49555}" type="presOf" srcId="{46FAF778-5980-45A9-8401-FB6D873DA0BB}" destId="{5465076C-63C8-4CAC-9B31-F780E9BA9601}" srcOrd="1" destOrd="2" presId="urn:microsoft.com/office/officeart/2011/layout/InterconnectedBlockProcess"/>
    <dgm:cxn modelId="{7F8FF61E-154B-48A0-86F1-71AC45EBF119}" type="presOf" srcId="{65C051F6-A849-4495-A964-CD4C650B9C06}" destId="{1FD8FB54-0020-4F81-A3BF-34F8B6483987}" srcOrd="0" destOrd="0" presId="urn:microsoft.com/office/officeart/2011/layout/InterconnectedBlockProcess"/>
    <dgm:cxn modelId="{F0AD6220-E62A-40CF-866B-C9511B070983}" type="presOf" srcId="{4741A1BA-98EF-49D7-8FF3-E2B355FF5AE1}" destId="{7158075F-683D-4BAA-B27F-446ABA855902}" srcOrd="1" destOrd="2" presId="urn:microsoft.com/office/officeart/2011/layout/InterconnectedBlockProcess"/>
    <dgm:cxn modelId="{E4848E23-0E9F-402E-8E76-97B9052E2A7B}" type="presOf" srcId="{1D22DD75-B2EC-44EC-80B1-B374298FB877}" destId="{06F8D57B-EDF4-4CF4-8700-DC2CA3E3028E}" srcOrd="0" destOrd="1" presId="urn:microsoft.com/office/officeart/2011/layout/InterconnectedBlockProcess"/>
    <dgm:cxn modelId="{FF400B34-B0FD-4669-96F6-033DD3645E83}" type="presOf" srcId="{D9E53685-8E5D-4647-ABB3-459A91492226}" destId="{CF281EBF-D653-4E03-929A-3FD79C2D37E5}" srcOrd="1" destOrd="1" presId="urn:microsoft.com/office/officeart/2011/layout/InterconnectedBlockProcess"/>
    <dgm:cxn modelId="{A3BBAD35-ED9C-497F-8E0A-C223C674A7B8}" srcId="{A59EC69B-8F3F-425B-819F-E8C557946AEE}" destId="{D3D1DEB0-5B39-4CDE-8172-0AC3786CA4BA}" srcOrd="1" destOrd="0" parTransId="{C72B4BB9-C981-4E95-B114-8D3A7F715DB3}" sibTransId="{FC52BD0B-200A-4A05-97CD-F6CE2703BEFB}"/>
    <dgm:cxn modelId="{2D1DFD38-626E-4A01-9254-3854A2F8272F}" type="presOf" srcId="{D9E53685-8E5D-4647-ABB3-459A91492226}" destId="{8CAE5A4D-0C7B-48A6-917B-0B8433D0574B}" srcOrd="0" destOrd="1" presId="urn:microsoft.com/office/officeart/2011/layout/InterconnectedBlockProcess"/>
    <dgm:cxn modelId="{A18E435D-014B-43FC-B669-EED3EB9A778D}" type="presOf" srcId="{C2E4BE07-7F4F-49C2-9B88-F771492A8CA8}" destId="{FC0F1314-3294-4A8C-8DCE-EB53E236164C}" srcOrd="0" destOrd="0" presId="urn:microsoft.com/office/officeart/2011/layout/InterconnectedBlockProcess"/>
    <dgm:cxn modelId="{0B2C9541-6F54-44A7-A33A-A4A2A9CE5F2B}" type="presOf" srcId="{7B3055AA-BF7C-46D0-9A9E-60087B9F57B4}" destId="{24E2D161-4AC4-49F8-816E-8CF408DAA0A5}" srcOrd="0" destOrd="0" presId="urn:microsoft.com/office/officeart/2011/layout/InterconnectedBlockProcess"/>
    <dgm:cxn modelId="{AFFFE764-159F-4283-81D3-58DB40C48114}" type="presOf" srcId="{1D22DD75-B2EC-44EC-80B1-B374298FB877}" destId="{7158075F-683D-4BAA-B27F-446ABA855902}" srcOrd="1" destOrd="1" presId="urn:microsoft.com/office/officeart/2011/layout/InterconnectedBlockProcess"/>
    <dgm:cxn modelId="{8E5FCE66-1C1C-46B3-92DE-29A3A912E4ED}" type="presOf" srcId="{D3D1DEB0-5B39-4CDE-8172-0AC3786CA4BA}" destId="{2532504F-5FE1-4C97-B485-F05E8885EACC}" srcOrd="0" destOrd="1" presId="urn:microsoft.com/office/officeart/2011/layout/InterconnectedBlockProcess"/>
    <dgm:cxn modelId="{59D0D766-70FC-42BF-A3FA-8447B6836392}" srcId="{A59EC69B-8F3F-425B-819F-E8C557946AEE}" destId="{9B7C65B6-3D0F-4764-B874-A5481933FDEE}" srcOrd="3" destOrd="0" parTransId="{882E52B9-CC0A-445A-A336-62085FBBFA88}" sibTransId="{45CB9200-6B2F-4E98-A7A3-0475B62120F6}"/>
    <dgm:cxn modelId="{D22D2F49-68EE-4A54-9CA3-5AFCD53E183D}" type="presOf" srcId="{988D96B0-D16E-4763-B393-84178CF4FF50}" destId="{65257024-FAC0-4522-B139-1CC85B547BE8}" srcOrd="0" destOrd="0" presId="urn:microsoft.com/office/officeart/2011/layout/InterconnectedBlockProcess"/>
    <dgm:cxn modelId="{8E090E4B-9E44-4875-B697-10015E02E610}" type="presOf" srcId="{73DB572E-062D-41AD-8033-D361B8E583DB}" destId="{5465076C-63C8-4CAC-9B31-F780E9BA9601}" srcOrd="1" destOrd="0" presId="urn:microsoft.com/office/officeart/2011/layout/InterconnectedBlockProcess"/>
    <dgm:cxn modelId="{5EAA3E4D-BA5C-44E6-ABCB-D006418003E0}" type="presOf" srcId="{46FAF778-5980-45A9-8401-FB6D873DA0BB}" destId="{2532504F-5FE1-4C97-B485-F05E8885EACC}" srcOrd="0" destOrd="2" presId="urn:microsoft.com/office/officeart/2011/layout/InterconnectedBlockProcess"/>
    <dgm:cxn modelId="{A14CD54D-EAD0-4B82-B381-A050AD97435C}" type="presOf" srcId="{5E92505A-51E0-4F78-B3C5-704ACF8710DE}" destId="{A664536D-5E60-495C-9264-EF9088809933}" srcOrd="0" destOrd="0" presId="urn:microsoft.com/office/officeart/2011/layout/InterconnectedBlockProcess"/>
    <dgm:cxn modelId="{C1D8E04D-F11A-416E-B5F6-6D9FE91EB7D8}" type="presOf" srcId="{9B7C65B6-3D0F-4764-B874-A5481933FDEE}" destId="{2532504F-5FE1-4C97-B485-F05E8885EACC}" srcOrd="0" destOrd="3" presId="urn:microsoft.com/office/officeart/2011/layout/InterconnectedBlockProcess"/>
    <dgm:cxn modelId="{D19E3A4F-13D0-4026-84EA-866D2A79416B}" type="presOf" srcId="{D471E45F-B026-44AA-9616-57E786AE80AF}" destId="{A134CDD1-D85F-44EF-8BEE-9F99A855C1E6}" srcOrd="0" destOrd="0" presId="urn:microsoft.com/office/officeart/2011/layout/InterconnectedBlockProcess"/>
    <dgm:cxn modelId="{4E28A653-1578-4513-81E1-2536B9952750}" type="presOf" srcId="{9FED87C4-3F3B-4A18-9185-9F80CFEDEA2E}" destId="{06F8D57B-EDF4-4CF4-8700-DC2CA3E3028E}" srcOrd="0" destOrd="0" presId="urn:microsoft.com/office/officeart/2011/layout/InterconnectedBlockProcess"/>
    <dgm:cxn modelId="{FD535155-2E31-4D8C-A63D-CE8C131F5949}" type="presOf" srcId="{6245827E-C881-4195-A80E-86FB279FD0DA}" destId="{FC0F1314-3294-4A8C-8DCE-EB53E236164C}" srcOrd="0" destOrd="1" presId="urn:microsoft.com/office/officeart/2011/layout/InterconnectedBlockProcess"/>
    <dgm:cxn modelId="{542AE775-2C91-463C-8882-24B484B5DD0B}" type="presOf" srcId="{79A9E412-D179-4839-B1F8-CFBBF3CD07B7}" destId="{FC0F1314-3294-4A8C-8DCE-EB53E236164C}" srcOrd="0" destOrd="3"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9F39E5A-B02F-42F6-95D4-9F7CD819285B}" srcId="{A59EC69B-8F3F-425B-819F-E8C557946AEE}" destId="{46FAF778-5980-45A9-8401-FB6D873DA0BB}" srcOrd="2" destOrd="0" parTransId="{81DC3815-7015-476E-8685-E31BC61292C9}" sibTransId="{9CFD9BF2-85E1-4705-B1B3-9169AA88CEBB}"/>
    <dgm:cxn modelId="{242FAF7A-2601-4264-8DEA-9213C9819074}" type="presOf" srcId="{70AB17F5-FEC5-45F2-8F70-FBBFBCF7A1BC}" destId="{B61ADB68-3D43-41B8-8CBD-FE94195CF02F}" srcOrd="1" destOrd="2" presId="urn:microsoft.com/office/officeart/2011/layout/InterconnectedBlockProcess"/>
    <dgm:cxn modelId="{B0983E86-95BC-4F8C-AD9E-1950D91ED2B2}" srcId="{5E92505A-51E0-4F78-B3C5-704ACF8710DE}" destId="{70AB17F5-FEC5-45F2-8F70-FBBFBCF7A1BC}" srcOrd="2" destOrd="0" parTransId="{99E33D81-92C9-45F1-8A41-F04A9F6C462D}" sibTransId="{01E23A84-21EF-4837-A8C0-9F89EDA7283F}"/>
    <dgm:cxn modelId="{04525589-BC8F-471B-8866-59BB1D7CEACF}" type="presOf" srcId="{4C8CC100-47C7-43B9-A35F-27BE52DBEEFA}" destId="{8CAE5A4D-0C7B-48A6-917B-0B8433D0574B}"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E3E0EB94-18E7-48FC-972B-B183875A3D26}" srcId="{7B3055AA-BF7C-46D0-9A9E-60087B9F57B4}" destId="{4741A1BA-98EF-49D7-8FF3-E2B355FF5AE1}" srcOrd="2" destOrd="0" parTransId="{78DC3522-EFCE-41AC-BC68-E95E0EDBFB7D}" sibTransId="{E68C3980-4DEF-4F07-A043-F18CF1480A34}"/>
    <dgm:cxn modelId="{693E03A4-E688-4F33-96D4-30C78FCCF822}" type="presOf" srcId="{A59EC69B-8F3F-425B-819F-E8C557946AEE}" destId="{CBB529A1-E905-4419-8AF1-29403A9292EC}" srcOrd="0" destOrd="0" presId="urn:microsoft.com/office/officeart/2011/layout/InterconnectedBlockProcess"/>
    <dgm:cxn modelId="{D75101B0-AE87-4F9E-8AAF-3584702ACE0F}" srcId="{65C051F6-A849-4495-A964-CD4C650B9C06}" destId="{D9E53685-8E5D-4647-ABB3-459A91492226}" srcOrd="1" destOrd="0" parTransId="{2B1BA4E2-E689-49D6-BB49-353288622CF3}" sibTransId="{39310DC5-728B-4D08-A5D9-D74071253378}"/>
    <dgm:cxn modelId="{F7643FB0-0DBE-4E6D-A9B8-1642FB644780}" type="presOf" srcId="{9B7C65B6-3D0F-4764-B874-A5481933FDEE}" destId="{5465076C-63C8-4CAC-9B31-F780E9BA9601}" srcOrd="1" destOrd="3" presId="urn:microsoft.com/office/officeart/2011/layout/InterconnectedBlockProcess"/>
    <dgm:cxn modelId="{4C5805B5-8E92-42AF-AFF0-C1143A7D3386}" type="presOf" srcId="{9FED87C4-3F3B-4A18-9185-9F80CFEDEA2E}" destId="{7158075F-683D-4BAA-B27F-446ABA855902}" srcOrd="1"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C38CD4BB-7F82-44C1-97F4-F4421BE0B8F6}" type="presOf" srcId="{D3D1DEB0-5B39-4CDE-8172-0AC3786CA4BA}" destId="{5465076C-63C8-4CAC-9B31-F780E9BA9601}" srcOrd="1" destOrd="1" presId="urn:microsoft.com/office/officeart/2011/layout/InterconnectedBlockProcess"/>
    <dgm:cxn modelId="{1CCF0ABE-7E87-4AF1-BFA7-BFD6ECD8BF87}" srcId="{7B3055AA-BF7C-46D0-9A9E-60087B9F57B4}" destId="{1D22DD75-B2EC-44EC-80B1-B374298FB877}" srcOrd="1" destOrd="0" parTransId="{F829C76F-5C79-4865-909C-AF554D4E2E69}" sibTransId="{E17E2D09-AA37-49B7-8847-9609835700D9}"/>
    <dgm:cxn modelId="{D1BA1DD0-A52A-47BF-962D-9810C87E1576}" srcId="{5751524B-FB67-4894-A0C5-35151E149D68}" destId="{A59EC69B-8F3F-425B-819F-E8C557946AEE}" srcOrd="2" destOrd="0" parTransId="{0095C3CB-916F-4060-A8DA-DD282FB51587}" sibTransId="{2868AD8D-4E38-46CE-A972-709857BF40AC}"/>
    <dgm:cxn modelId="{83FB06D3-3902-47FC-B291-BA26B07E30BB}" srcId="{65C051F6-A849-4495-A964-CD4C650B9C06}" destId="{4C8CC100-47C7-43B9-A35F-27BE52DBEEFA}" srcOrd="0" destOrd="0" parTransId="{A3551D19-14A2-48D5-8687-3BBD8CC1ACE1}" sibTransId="{BD2600BB-373E-4462-84B7-12E3865702B5}"/>
    <dgm:cxn modelId="{F1D6FDD3-398B-4961-81D2-6B1F9FA9735A}" type="presOf" srcId="{23092DF2-02E7-4952-9F10-52CEE36EF73A}" destId="{FC0F1314-3294-4A8C-8DCE-EB53E236164C}" srcOrd="0" destOrd="4" presId="urn:microsoft.com/office/officeart/2011/layout/InterconnectedBlockProcess"/>
    <dgm:cxn modelId="{8C0060D7-974E-458F-BEB5-9E33B7571898}" type="presOf" srcId="{0191DB84-0C41-4C4C-85EC-0373CD422141}" destId="{8CAE5A4D-0C7B-48A6-917B-0B8433D0574B}" srcOrd="0" destOrd="2" presId="urn:microsoft.com/office/officeart/2011/layout/InterconnectedBlockProcess"/>
    <dgm:cxn modelId="{2CC839D8-53B2-49CE-88F9-D47260A9BD17}" type="presOf" srcId="{0191DB84-0C41-4C4C-85EC-0373CD422141}" destId="{CF281EBF-D653-4E03-929A-3FD79C2D37E5}" srcOrd="1" destOrd="2" presId="urn:microsoft.com/office/officeart/2011/layout/InterconnectedBlockProcess"/>
    <dgm:cxn modelId="{B3EC05DA-F962-485A-A30D-FAB30CD489FA}" type="presOf" srcId="{4C8CC100-47C7-43B9-A35F-27BE52DBEEFA}" destId="{CF281EBF-D653-4E03-929A-3FD79C2D37E5}" srcOrd="1" destOrd="0" presId="urn:microsoft.com/office/officeart/2011/layout/InterconnectedBlockProcess"/>
    <dgm:cxn modelId="{83FCFEDD-2957-4956-8274-FE7DA04F760E}" srcId="{5E92505A-51E0-4F78-B3C5-704ACF8710DE}" destId="{C2E4BE07-7F4F-49C2-9B88-F771492A8CA8}" srcOrd="0" destOrd="0" parTransId="{26D6AA68-ABB8-4A09-A339-1835B39CFA3F}" sibTransId="{9FB8C4FE-F960-40C9-B8EE-E5BD54082E69}"/>
    <dgm:cxn modelId="{86B484E6-95F7-4F1B-9749-C3FE2383B7EF}" type="presOf" srcId="{79A9E412-D179-4839-B1F8-CFBBF3CD07B7}" destId="{B61ADB68-3D43-41B8-8CBD-FE94195CF02F}" srcOrd="1" destOrd="3" presId="urn:microsoft.com/office/officeart/2011/layout/InterconnectedBlockProcess"/>
    <dgm:cxn modelId="{724857E8-47C0-4073-A5B6-0CEEEF5EB36B}" srcId="{5E92505A-51E0-4F78-B3C5-704ACF8710DE}" destId="{23092DF2-02E7-4952-9F10-52CEE36EF73A}" srcOrd="4" destOrd="0" parTransId="{0777BE00-32DB-4EBE-8FC2-284BF8D66258}" sibTransId="{A794AB12-B478-49C8-8A76-04F24A96D653}"/>
    <dgm:cxn modelId="{DA8CD5E8-B2EE-41E4-8EC6-CFB41D688F68}" srcId="{5751524B-FB67-4894-A0C5-35151E149D68}" destId="{5E92505A-51E0-4F78-B3C5-704ACF8710DE}" srcOrd="3" destOrd="0" parTransId="{765B1266-7CE2-4F9C-AE38-D97DFBC1B151}" sibTransId="{5E9E6A6F-635A-4791-A107-01E95B62EA08}"/>
    <dgm:cxn modelId="{1107DBE8-E143-47C9-A8DB-7DD2B8DC04DC}" type="presOf" srcId="{70AB17F5-FEC5-45F2-8F70-FBBFBCF7A1BC}" destId="{FC0F1314-3294-4A8C-8DCE-EB53E236164C}" srcOrd="0" destOrd="2" presId="urn:microsoft.com/office/officeart/2011/layout/InterconnectedBlockProcess"/>
    <dgm:cxn modelId="{226841EC-55E0-4DCB-BA6C-F31F76462EDE}" type="presOf" srcId="{C2E4BE07-7F4F-49C2-9B88-F771492A8CA8}" destId="{B61ADB68-3D43-41B8-8CBD-FE94195CF02F}" srcOrd="1" destOrd="0" presId="urn:microsoft.com/office/officeart/2011/layout/InterconnectedBlockProcess"/>
    <dgm:cxn modelId="{5BF979ED-853C-4DFD-A8F1-A955664F2957}" type="presOf" srcId="{4741A1BA-98EF-49D7-8FF3-E2B355FF5AE1}" destId="{06F8D57B-EDF4-4CF4-8700-DC2CA3E3028E}" srcOrd="0" destOrd="2"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ED8104F0-335E-471A-A17F-09B93514B360}" type="presOf" srcId="{23092DF2-02E7-4952-9F10-52CEE36EF73A}" destId="{B61ADB68-3D43-41B8-8CBD-FE94195CF02F}" srcOrd="1" destOrd="4" presId="urn:microsoft.com/office/officeart/2011/layout/InterconnectedBlockProcess"/>
    <dgm:cxn modelId="{DE33F1F3-3C1E-4504-AB3B-23269AA91F85}" srcId="{65C051F6-A849-4495-A964-CD4C650B9C06}" destId="{0191DB84-0C41-4C4C-85EC-0373CD422141}" srcOrd="2" destOrd="0" parTransId="{E090BBDC-86BF-4FF8-AE01-8CD8587D0C54}" sibTransId="{5554790C-8531-49B1-A009-F45BA91079BE}"/>
    <dgm:cxn modelId="{8CB593F6-6C5D-4606-B959-3E27F9872EC1}" srcId="{5751524B-FB67-4894-A0C5-35151E149D68}" destId="{988D96B0-D16E-4763-B393-84178CF4FF50}" srcOrd="0" destOrd="0" parTransId="{080A6B9D-C27D-4227-AC65-3C97878D78C4}" sibTransId="{19B27CEC-4BAD-44A7-A9A7-B7A8B23ADCFD}"/>
    <dgm:cxn modelId="{867F98B0-07A2-4862-BB50-4F079FF42448}" type="presParOf" srcId="{A6BCDA7B-D633-438F-B44D-CB4D60E5C492}" destId="{ADB7AF88-BCFD-4F25-8633-A8AFC866D853}" srcOrd="0" destOrd="0" presId="urn:microsoft.com/office/officeart/2011/layout/InterconnectedBlockProcess"/>
    <dgm:cxn modelId="{1B04CA2F-9197-4306-9BB1-35EEA79790D8}" type="presParOf" srcId="{ADB7AF88-BCFD-4F25-8633-A8AFC866D853}" destId="{8CAE5A4D-0C7B-48A6-917B-0B8433D0574B}" srcOrd="0" destOrd="0" presId="urn:microsoft.com/office/officeart/2011/layout/InterconnectedBlockProcess"/>
    <dgm:cxn modelId="{0D314BCD-CD9C-4B5F-ADD4-40AC8C453988}" type="presParOf" srcId="{A6BCDA7B-D633-438F-B44D-CB4D60E5C492}" destId="{CF281EBF-D653-4E03-929A-3FD79C2D37E5}" srcOrd="1" destOrd="0" presId="urn:microsoft.com/office/officeart/2011/layout/InterconnectedBlockProcess"/>
    <dgm:cxn modelId="{B08C1C17-61B8-4AF8-9876-F8FDF9DBCE17}" type="presParOf" srcId="{A6BCDA7B-D633-438F-B44D-CB4D60E5C492}" destId="{1FD8FB54-0020-4F81-A3BF-34F8B6483987}" srcOrd="2" destOrd="0" presId="urn:microsoft.com/office/officeart/2011/layout/InterconnectedBlockProcess"/>
    <dgm:cxn modelId="{77AB3128-7FBC-442D-923E-2DD32C812605}" type="presParOf" srcId="{A6BCDA7B-D633-438F-B44D-CB4D60E5C492}" destId="{7BC7D91C-58E9-474E-9106-F45A9E9A780C}" srcOrd="3" destOrd="0" presId="urn:microsoft.com/office/officeart/2011/layout/InterconnectedBlockProcess"/>
    <dgm:cxn modelId="{7AF410D6-EB75-4E6F-A611-5E30904341E6}" type="presParOf" srcId="{7BC7D91C-58E9-474E-9106-F45A9E9A780C}" destId="{FC0F1314-3294-4A8C-8DCE-EB53E236164C}" srcOrd="0" destOrd="0" presId="urn:microsoft.com/office/officeart/2011/layout/InterconnectedBlockProcess"/>
    <dgm:cxn modelId="{ED2EE8EA-5F4A-45D7-A44A-D28E3A841482}" type="presParOf" srcId="{A6BCDA7B-D633-438F-B44D-CB4D60E5C492}" destId="{B61ADB68-3D43-41B8-8CBD-FE94195CF02F}" srcOrd="4" destOrd="0" presId="urn:microsoft.com/office/officeart/2011/layout/InterconnectedBlockProcess"/>
    <dgm:cxn modelId="{B539B45D-789A-4E9B-B5D4-35F736BFDDB1}" type="presParOf" srcId="{A6BCDA7B-D633-438F-B44D-CB4D60E5C492}" destId="{A664536D-5E60-495C-9264-EF9088809933}" srcOrd="5" destOrd="0" presId="urn:microsoft.com/office/officeart/2011/layout/InterconnectedBlockProcess"/>
    <dgm:cxn modelId="{9F32CB7A-39BC-4B4E-BE03-D71071AFEA72}" type="presParOf" srcId="{A6BCDA7B-D633-438F-B44D-CB4D60E5C492}" destId="{BB4B11BA-E62D-4856-B80A-7225AB0C74D1}" srcOrd="6" destOrd="0" presId="urn:microsoft.com/office/officeart/2011/layout/InterconnectedBlockProcess"/>
    <dgm:cxn modelId="{68783961-6E88-4B5F-AD57-D058E619FA71}" type="presParOf" srcId="{BB4B11BA-E62D-4856-B80A-7225AB0C74D1}" destId="{2532504F-5FE1-4C97-B485-F05E8885EACC}" srcOrd="0" destOrd="0" presId="urn:microsoft.com/office/officeart/2011/layout/InterconnectedBlockProcess"/>
    <dgm:cxn modelId="{2B0F11AE-FD0D-4025-9859-457FF809EE85}" type="presParOf" srcId="{A6BCDA7B-D633-438F-B44D-CB4D60E5C492}" destId="{5465076C-63C8-4CAC-9B31-F780E9BA9601}" srcOrd="7" destOrd="0" presId="urn:microsoft.com/office/officeart/2011/layout/InterconnectedBlockProcess"/>
    <dgm:cxn modelId="{172E69E4-8313-4282-80A7-9EB8B65C5200}" type="presParOf" srcId="{A6BCDA7B-D633-438F-B44D-CB4D60E5C492}" destId="{CBB529A1-E905-4419-8AF1-29403A9292EC}" srcOrd="8" destOrd="0" presId="urn:microsoft.com/office/officeart/2011/layout/InterconnectedBlockProcess"/>
    <dgm:cxn modelId="{956149F0-782D-45FF-B7F7-4372482C7204}" type="presParOf" srcId="{A6BCDA7B-D633-438F-B44D-CB4D60E5C492}" destId="{AD5F5D6B-3BFF-4BC0-A143-7E17B97E0EB3}" srcOrd="9" destOrd="0" presId="urn:microsoft.com/office/officeart/2011/layout/InterconnectedBlockProcess"/>
    <dgm:cxn modelId="{BC07AA6A-C32E-462A-A2DF-5438D0A54A19}" type="presParOf" srcId="{AD5F5D6B-3BFF-4BC0-A143-7E17B97E0EB3}" destId="{06F8D57B-EDF4-4CF4-8700-DC2CA3E3028E}" srcOrd="0" destOrd="0" presId="urn:microsoft.com/office/officeart/2011/layout/InterconnectedBlockProcess"/>
    <dgm:cxn modelId="{77A24ADA-0570-4DD6-8D3A-49392B2E54C8}" type="presParOf" srcId="{A6BCDA7B-D633-438F-B44D-CB4D60E5C492}" destId="{7158075F-683D-4BAA-B27F-446ABA855902}" srcOrd="10" destOrd="0" presId="urn:microsoft.com/office/officeart/2011/layout/InterconnectedBlockProcess"/>
    <dgm:cxn modelId="{8C5D6C3B-3033-44D5-B8E1-50A2FF022588}" type="presParOf" srcId="{A6BCDA7B-D633-438F-B44D-CB4D60E5C492}" destId="{24E2D161-4AC4-49F8-816E-8CF408DAA0A5}" srcOrd="11" destOrd="0" presId="urn:microsoft.com/office/officeart/2011/layout/InterconnectedBlockProcess"/>
    <dgm:cxn modelId="{883712B0-E2F5-43E0-BF42-49A7C31AB62F}" type="presParOf" srcId="{A6BCDA7B-D633-438F-B44D-CB4D60E5C492}" destId="{7305DF14-0FF5-45E4-8B19-015814092DBD}" srcOrd="12" destOrd="0" presId="urn:microsoft.com/office/officeart/2011/layout/InterconnectedBlockProcess"/>
    <dgm:cxn modelId="{1FB59DE0-BB69-40BB-BBCB-A6277D7D3ED0}" type="presParOf" srcId="{7305DF14-0FF5-45E4-8B19-015814092DBD}" destId="{A134CDD1-D85F-44EF-8BEE-9F99A855C1E6}" srcOrd="0" destOrd="0" presId="urn:microsoft.com/office/officeart/2011/layout/InterconnectedBlockProcess"/>
    <dgm:cxn modelId="{2B598B62-0A62-4599-92E2-E948B4909CEE}" type="presParOf" srcId="{A6BCDA7B-D633-438F-B44D-CB4D60E5C492}" destId="{1C91D7E3-8940-4A33-9182-677DD5415901}" srcOrd="13" destOrd="0" presId="urn:microsoft.com/office/officeart/2011/layout/InterconnectedBlockProcess"/>
    <dgm:cxn modelId="{3A05EF5E-FB46-4A10-A272-550C4C5A2F8D}"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just" defTabSz="666750">
            <a:lnSpc>
              <a:spcPct val="90000"/>
            </a:lnSpc>
            <a:spcBef>
              <a:spcPct val="0"/>
            </a:spcBef>
            <a:spcAft>
              <a:spcPct val="35000"/>
            </a:spcAft>
            <a:buNone/>
          </a:pPr>
          <a:endParaRPr lang="en-IN" sz="1500" kern="1200" dirty="0"/>
        </a:p>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Final evaluation</a:t>
          </a:r>
        </a:p>
        <a:p>
          <a:pPr marL="0" lvl="0" indent="0" algn="just"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dsp:txBody>
      <dsp:txXfrm>
        <a:off x="7335949" y="811639"/>
        <a:ext cx="1116055" cy="3246556"/>
      </dsp:txXfrm>
    </dsp:sp>
    <dsp:sp modelId="{1FD8FB54-0020-4F81-A3BF-34F8B6483987}">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Shadow Sprint </a:t>
          </a:r>
          <a:endParaRPr lang="en-IN" sz="1500" kern="1200" dirty="0"/>
        </a:p>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(Month 3 – 6)</a:t>
          </a:r>
        </a:p>
        <a:p>
          <a:pPr marL="0" lvl="0" indent="0" algn="just"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a:p>
          <a:pPr marL="0" lvl="0" indent="0" algn="just" defTabSz="666750">
            <a:lnSpc>
              <a:spcPct val="90000"/>
            </a:lnSpc>
            <a:spcBef>
              <a:spcPct val="0"/>
            </a:spcBef>
            <a:spcAft>
              <a:spcPct val="35000"/>
            </a:spcAft>
            <a:buNone/>
          </a:pPr>
          <a:r>
            <a:rPr lang="en-IN" sz="1500" kern="1200"/>
            <a:t>Assigned to project team</a:t>
          </a:r>
          <a:endParaRPr lang="en-US" sz="1500" kern="1200" dirty="0">
            <a:latin typeface="Times New Roman" panose="02020603050405020304" pitchFamily="18" charset="0"/>
            <a:cs typeface="Times New Roman" panose="02020603050405020304" pitchFamily="18" charset="0"/>
          </a:endParaRPr>
        </a:p>
        <a:p>
          <a:pPr marL="0" lvl="0" indent="0" algn="r" defTabSz="666750">
            <a:lnSpc>
              <a:spcPct val="90000"/>
            </a:lnSpc>
            <a:spcBef>
              <a:spcPct val="0"/>
            </a:spcBef>
            <a:spcAft>
              <a:spcPct val="35000"/>
            </a:spcAft>
            <a:buNone/>
          </a:pPr>
          <a:r>
            <a:rPr lang="en-US" sz="1500" kern="1200" dirty="0"/>
            <a:t>Report to manager and  work on project tasks</a:t>
          </a:r>
        </a:p>
      </dsp:txBody>
      <dsp:txXfrm>
        <a:off x="6060823" y="811639"/>
        <a:ext cx="1116055" cy="3043646"/>
      </dsp:txXfrm>
    </dsp:sp>
    <dsp:sp modelId="{A664536D-5E60-495C-9264-EF908880993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Training</a:t>
          </a:r>
        </a:p>
        <a:p>
          <a:pPr marL="0" lvl="0" indent="0" algn="l"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(2 Months)</a:t>
          </a:r>
        </a:p>
        <a:p>
          <a:pPr marL="0" lvl="0" indent="0" algn="just"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a:p>
          <a:pPr marL="0" lvl="0" indent="0" algn="just" defTabSz="666750">
            <a:lnSpc>
              <a:spcPct val="90000"/>
            </a:lnSpc>
            <a:spcBef>
              <a:spcPct val="0"/>
            </a:spcBef>
            <a:spcAft>
              <a:spcPct val="35000"/>
            </a:spcAft>
            <a:buNone/>
          </a:pPr>
          <a:r>
            <a:rPr lang="en-IN" sz="1500" kern="1200" dirty="0"/>
            <a:t>Domain training: </a:t>
          </a:r>
          <a:r>
            <a:rPr lang="en-IN" sz="1500" b="0" kern="1200" dirty="0"/>
            <a:t>Dev / Support / Infra</a:t>
          </a:r>
          <a:endParaRPr lang="en-US" sz="15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CBB529A1-E905-4419-8AF1-29403A9292EC}">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Training</a:t>
          </a:r>
        </a:p>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(Week 1-2)</a:t>
          </a:r>
        </a:p>
        <a:p>
          <a:pPr marL="0" lvl="0" indent="0" algn="just"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a:p>
          <a:pPr marL="0" lvl="0" indent="0" algn="just" defTabSz="666750">
            <a:lnSpc>
              <a:spcPct val="90000"/>
            </a:lnSpc>
            <a:spcBef>
              <a:spcPct val="0"/>
            </a:spcBef>
            <a:spcAft>
              <a:spcPct val="35000"/>
            </a:spcAft>
            <a:buNone/>
          </a:pPr>
          <a:r>
            <a:rPr lang="en-US" sz="1500" kern="1200" dirty="0"/>
            <a:t>Common training by </a:t>
          </a:r>
          <a:r>
            <a:rPr lang="en-US" sz="1500" b="0" kern="1200" dirty="0"/>
            <a:t>L&amp;D about tools</a:t>
          </a:r>
        </a:p>
      </dsp:txBody>
      <dsp:txXfrm>
        <a:off x="3504181" y="811639"/>
        <a:ext cx="1116055" cy="2637826"/>
      </dsp:txXfrm>
    </dsp:sp>
    <dsp:sp modelId="{24E2D161-4AC4-49F8-816E-8CF408DAA0A5}">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Orientation</a:t>
          </a:r>
        </a:p>
        <a:p>
          <a:pPr marL="0" lvl="0" indent="0" algn="just"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(Day 1)</a:t>
          </a:r>
        </a:p>
        <a:p>
          <a:pPr marL="0" lvl="0" indent="0" algn="just"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a:p>
          <a:pPr marL="0" lvl="0" indent="0" algn="just" defTabSz="666750">
            <a:lnSpc>
              <a:spcPct val="90000"/>
            </a:lnSpc>
            <a:spcBef>
              <a:spcPct val="0"/>
            </a:spcBef>
            <a:spcAft>
              <a:spcPct val="35000"/>
            </a:spcAft>
            <a:buNone/>
          </a:pPr>
          <a:r>
            <a:rPr lang="en-IN" sz="1500" kern="1200" dirty="0"/>
            <a:t>Onboarding &amp; company intro</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Review </a:t>
          </a:r>
          <a:r>
            <a:rPr lang="en-US" sz="2000" kern="1200" dirty="0">
              <a:latin typeface="Times New Roman" panose="02020603050405020304" pitchFamily="18" charset="0"/>
              <a:cs typeface="Times New Roman" panose="02020603050405020304" pitchFamily="18" charset="0"/>
            </a:rPr>
            <a:t>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22/04/2026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D5A70FC-228F-4487-8E14-68CAD584041B}" type="slidenum">
              <a:rPr lang="en-GB" smtClean="0"/>
              <a:t>16</a:t>
            </a:fld>
            <a:endParaRPr lang="en-GB" dirty="0"/>
          </a:p>
        </p:txBody>
      </p:sp>
    </p:spTree>
    <p:extLst>
      <p:ext uri="{BB962C8B-B14F-4D97-AF65-F5344CB8AC3E}">
        <p14:creationId xmlns:p14="http://schemas.microsoft.com/office/powerpoint/2010/main" val="11576757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22-04-2026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22-04-2026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22-04-2026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22-04-2026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22-04-2026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22-04-2026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22-04-2026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22-04-2026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22-04-2026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22-04-2026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22-04-2026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22-04-2026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indu-n323/internship_BNPP.gi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github.com/bindu-n323/Financial-Transaction-Analytics-System-.git"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sz="1600" b="1" dirty="0" err="1">
                <a:solidFill>
                  <a:schemeClr val="accent1">
                    <a:lumMod val="75000"/>
                  </a:schemeClr>
                </a:solidFill>
              </a:rPr>
              <a:t>Ms.Attar</a:t>
            </a:r>
            <a:r>
              <a:rPr lang="en-IN" sz="1600" b="1" dirty="0">
                <a:solidFill>
                  <a:schemeClr val="accent1">
                    <a:lumMod val="75000"/>
                  </a:schemeClr>
                </a:solidFill>
              </a:rPr>
              <a:t> Mahay Sheetal</a:t>
            </a: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Asif Mohammed</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385592"/>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Review-5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fr-FR" sz="2400" dirty="0">
                <a:solidFill>
                  <a:srgbClr val="0070C0"/>
                </a:solidFill>
                <a:latin typeface="Times New Roman" panose="02020603050405020304" pitchFamily="18" charset="0"/>
                <a:ea typeface="Tahoma" pitchFamily="34" charset="0"/>
                <a:cs typeface="Times New Roman" panose="02020603050405020304" pitchFamily="18" charset="0"/>
              </a:rPr>
              <a:t>BNP PARIBAS</a:t>
            </a:r>
          </a:p>
          <a:p>
            <a:pPr algn="ctr"/>
            <a:r>
              <a:rPr lang="fr-FR" sz="2400" dirty="0">
                <a:solidFill>
                  <a:srgbClr val="0070C0"/>
                </a:solidFill>
                <a:latin typeface="Times New Roman" panose="02020603050405020304" pitchFamily="18" charset="0"/>
                <a:ea typeface="Tahoma" pitchFamily="34" charset="0"/>
                <a:cs typeface="Times New Roman" panose="02020603050405020304" pitchFamily="18" charset="0"/>
              </a:rPr>
              <a:t>APPLICATION DEVELOPMENT INTERN</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487545578"/>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BINDU N</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20221CSE0519</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8CSE12</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601133" y="1410155"/>
            <a:ext cx="10515600" cy="4480558"/>
          </a:xfrm>
        </p:spPr>
        <p:txBody>
          <a:bodyPr>
            <a:normAutofit fontScale="92500" lnSpcReduction="10000"/>
          </a:bodyPr>
          <a:lstStyle/>
          <a:p>
            <a:r>
              <a:rPr lang="en-US" dirty="0"/>
              <a:t>BNP Paribas is a leading European bank and one of the top international banking groups with a strong global reputation.</a:t>
            </a:r>
          </a:p>
          <a:p>
            <a:r>
              <a:rPr lang="en-US" dirty="0"/>
              <a:t>It has a wide international presence in 64 countries, serving customers across Europe, Americas, and Asia-Pacific.</a:t>
            </a:r>
          </a:p>
          <a:p>
            <a:r>
              <a:rPr lang="en-US" dirty="0"/>
              <a:t>The organization has around 178,000+ employees, making it one of the largest financial institutions worldwide.</a:t>
            </a:r>
          </a:p>
          <a:p>
            <a:r>
              <a:rPr lang="en-US" dirty="0"/>
              <a:t>BNP Paribas operates in major business divisions like Retail Banking, Corporate &amp; Institutional Banking, and Investment Solutions.</a:t>
            </a:r>
          </a:p>
          <a:p>
            <a:r>
              <a:rPr lang="en-US" dirty="0"/>
              <a:t>The company is highly technology-driven, offering opportunities in Application Development, Application Support, and IT Infrastructure, enabling innovation in modern banking systems.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normAutofit/>
          </a:bodyPr>
          <a:lstStyle/>
          <a:p>
            <a:pPr marL="0" indent="0">
              <a:buNone/>
            </a:pPr>
            <a:r>
              <a:rPr lang="en-US" b="1" dirty="0"/>
              <a:t>Working Domains</a:t>
            </a:r>
          </a:p>
          <a:p>
            <a:r>
              <a:rPr lang="en-US" b="1" dirty="0"/>
              <a:t>Application Development &amp; Maintenance</a:t>
            </a:r>
            <a:endParaRPr lang="en-US" dirty="0"/>
          </a:p>
          <a:p>
            <a:pPr lvl="1"/>
            <a:r>
              <a:rPr lang="en-US" dirty="0"/>
              <a:t>Developing and enhancing internal banking/web applications</a:t>
            </a:r>
          </a:p>
          <a:p>
            <a:pPr lvl="1"/>
            <a:r>
              <a:rPr lang="en-US" dirty="0"/>
              <a:t>Adding new features, improving performance and security</a:t>
            </a:r>
          </a:p>
          <a:p>
            <a:pPr lvl="1"/>
            <a:r>
              <a:rPr lang="en-US" dirty="0"/>
              <a:t>Worked on creating a automation job via Jenkins</a:t>
            </a:r>
          </a:p>
          <a:p>
            <a:pPr lvl="1"/>
            <a:r>
              <a:rPr lang="en-US" dirty="0"/>
              <a:t>Worked on improving integration tests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
        <p:nvSpPr>
          <p:cNvPr id="9" name="Rectangle 5">
            <a:extLst>
              <a:ext uri="{FF2B5EF4-FFF2-40B4-BE49-F238E27FC236}">
                <a16:creationId xmlns:a16="http://schemas.microsoft.com/office/drawing/2014/main" id="{8A3C198E-42D2-4236-9ADF-D6038870B74C}"/>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8">
            <a:extLst>
              <a:ext uri="{FF2B5EF4-FFF2-40B4-BE49-F238E27FC236}">
                <a16:creationId xmlns:a16="http://schemas.microsoft.com/office/drawing/2014/main" id="{D21E87E5-ADF2-46DB-BF3E-96C231FB09D6}"/>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11E998-81F8-4587-8865-F40F1C521228}"/>
              </a:ext>
            </a:extLst>
          </p:cNvPr>
          <p:cNvSpPr>
            <a:spLocks noGrp="1"/>
          </p:cNvSpPr>
          <p:nvPr>
            <p:ph idx="1"/>
          </p:nvPr>
        </p:nvSpPr>
        <p:spPr>
          <a:xfrm>
            <a:off x="838200" y="767789"/>
            <a:ext cx="10515600" cy="4351338"/>
          </a:xfrm>
        </p:spPr>
        <p:txBody>
          <a:bodyPr/>
          <a:lstStyle/>
          <a:p>
            <a:pPr marL="0" indent="0">
              <a:buNone/>
            </a:pPr>
            <a:r>
              <a:rPr lang="en-IN" b="1" dirty="0"/>
              <a:t>Technology Exposure </a:t>
            </a:r>
          </a:p>
          <a:p>
            <a:r>
              <a:rPr lang="en-IN" b="1" dirty="0"/>
              <a:t>Programming:</a:t>
            </a:r>
            <a:r>
              <a:rPr lang="en-IN" dirty="0"/>
              <a:t> Java</a:t>
            </a:r>
          </a:p>
          <a:p>
            <a:r>
              <a:rPr lang="en-IN" b="1" dirty="0"/>
              <a:t>Database:</a:t>
            </a:r>
            <a:r>
              <a:rPr lang="en-IN" dirty="0"/>
              <a:t> SQL</a:t>
            </a:r>
          </a:p>
          <a:p>
            <a:r>
              <a:rPr lang="en-IN" b="1" dirty="0"/>
              <a:t>Tools:</a:t>
            </a:r>
            <a:r>
              <a:rPr lang="en-IN" dirty="0"/>
              <a:t> Git, monitoring tools</a:t>
            </a:r>
          </a:p>
          <a:p>
            <a:r>
              <a:rPr lang="en-IN" b="1" dirty="0"/>
              <a:t>Web Tech:</a:t>
            </a:r>
            <a:r>
              <a:rPr lang="en-IN" dirty="0"/>
              <a:t> HTML, CSS, JavaScript (for application-based work)</a:t>
            </a:r>
          </a:p>
          <a:p>
            <a:pPr marL="0" indent="0">
              <a:buNone/>
            </a:pPr>
            <a:endParaRPr lang="en-IN" dirty="0"/>
          </a:p>
        </p:txBody>
      </p:sp>
      <p:sp>
        <p:nvSpPr>
          <p:cNvPr id="4" name="Date Placeholder 3">
            <a:extLst>
              <a:ext uri="{FF2B5EF4-FFF2-40B4-BE49-F238E27FC236}">
                <a16:creationId xmlns:a16="http://schemas.microsoft.com/office/drawing/2014/main" id="{1731DBD5-B7E5-4069-A894-79ABDAD561AE}"/>
              </a:ext>
            </a:extLst>
          </p:cNvPr>
          <p:cNvSpPr>
            <a:spLocks noGrp="1"/>
          </p:cNvSpPr>
          <p:nvPr>
            <p:ph type="dt" sz="half" idx="10"/>
          </p:nvPr>
        </p:nvSpPr>
        <p:spPr/>
        <p:txBody>
          <a:bodyPr/>
          <a:lstStyle/>
          <a:p>
            <a:fld id="{864BFFB7-4443-4602-A990-B076C1CFE86C}" type="datetime1">
              <a:rPr lang="en-IN" smtClean="0"/>
              <a:pPr/>
              <a:t>22-04-2026</a:t>
            </a:fld>
            <a:endParaRPr lang="en-IN" dirty="0"/>
          </a:p>
        </p:txBody>
      </p:sp>
      <p:sp>
        <p:nvSpPr>
          <p:cNvPr id="5" name="Slide Number Placeholder 4">
            <a:extLst>
              <a:ext uri="{FF2B5EF4-FFF2-40B4-BE49-F238E27FC236}">
                <a16:creationId xmlns:a16="http://schemas.microsoft.com/office/drawing/2014/main" id="{F72B56BC-7CFE-4691-A7CE-6364B1CC5BC0}"/>
              </a:ext>
            </a:extLst>
          </p:cNvPr>
          <p:cNvSpPr>
            <a:spLocks noGrp="1"/>
          </p:cNvSpPr>
          <p:nvPr>
            <p:ph type="sldNum" sz="quarter" idx="12"/>
          </p:nvPr>
        </p:nvSpPr>
        <p:spPr/>
        <p:txBody>
          <a:bodyPr/>
          <a:lstStyle/>
          <a:p>
            <a:fld id="{F32F6845-8F47-4AB8-B9CE-96D88E741707}" type="slidenum">
              <a:rPr lang="en-IN" smtClean="0"/>
              <a:pPr/>
              <a:t>5</a:t>
            </a:fld>
            <a:endParaRPr lang="en-IN" dirty="0"/>
          </a:p>
        </p:txBody>
      </p:sp>
    </p:spTree>
    <p:extLst>
      <p:ext uri="{BB962C8B-B14F-4D97-AF65-F5344CB8AC3E}">
        <p14:creationId xmlns:p14="http://schemas.microsoft.com/office/powerpoint/2010/main" val="211224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2">
            <a:extLst>
              <a:ext uri="{FF2B5EF4-FFF2-40B4-BE49-F238E27FC236}">
                <a16:creationId xmlns:a16="http://schemas.microsoft.com/office/drawing/2014/main" id="{E6228EB0-D66A-25C6-E485-8D22CB320FCD}"/>
              </a:ext>
            </a:extLst>
          </p:cNvPr>
          <p:cNvSpPr>
            <a:spLocks noGrp="1" noChangeArrowheads="1"/>
          </p:cNvSpPr>
          <p:nvPr>
            <p:ph idx="1"/>
          </p:nvPr>
        </p:nvSpPr>
        <p:spPr bwMode="auto">
          <a:xfrm>
            <a:off x="321733" y="1089442"/>
            <a:ext cx="1167819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overall team was divided into three sub-teams to handle different parts of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Frontend Team – responsible for dashboard UI and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Backend Team – responsible for data processing, APIs, and system logic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Data/Streaming Team – responsible for data ingestion and real-time 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was part of the Backend Team, where I worked on understanding the system, implementing features,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and supporting data processing and API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team structure included: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Project Manager – overseeing the project execution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Team Lead – managing technical tasks and guiding the team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Developers – working across frontend, backend, and data components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Intern – contributing to development and testing activities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reported directly to the Team Lead and collaborated closely with backend developers for implementation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and issue resolution.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Regular communication and tracking were maintained through team meetings, task updates, and code reviews. </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Expected Challenges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
        <p:nvSpPr>
          <p:cNvPr id="7" name="TextBox 6">
            <a:extLst>
              <a:ext uri="{FF2B5EF4-FFF2-40B4-BE49-F238E27FC236}">
                <a16:creationId xmlns:a16="http://schemas.microsoft.com/office/drawing/2014/main" id="{76B997BD-EB34-CD5E-F543-62845770B3EF}"/>
              </a:ext>
            </a:extLst>
          </p:cNvPr>
          <p:cNvSpPr txBox="1"/>
          <p:nvPr/>
        </p:nvSpPr>
        <p:spPr>
          <a:xfrm>
            <a:off x="1083733" y="1413933"/>
            <a:ext cx="9753600" cy="2893100"/>
          </a:xfrm>
          <a:prstGeom prst="rect">
            <a:avLst/>
          </a:prstGeom>
          <a:noFill/>
        </p:spPr>
        <p:txBody>
          <a:bodyPr wrap="square" rtlCol="0">
            <a:spAutoFit/>
          </a:bodyPr>
          <a:lstStyle/>
          <a:p>
            <a:pPr marL="285750" indent="-285750">
              <a:buFont typeface="Arial" panose="020B0604020202020204" pitchFamily="34" charset="0"/>
              <a:buChar char="•"/>
            </a:pPr>
            <a:r>
              <a:rPr lang="en-US" sz="2600" dirty="0"/>
              <a:t>Understanding banking domain concepts and real-time financial workflows</a:t>
            </a:r>
          </a:p>
          <a:p>
            <a:pPr marL="285750" indent="-285750">
              <a:buFont typeface="Arial" panose="020B0604020202020204" pitchFamily="34" charset="0"/>
              <a:buChar char="•"/>
            </a:pPr>
            <a:r>
              <a:rPr lang="en-US" sz="2600" dirty="0"/>
              <a:t>Adapting to corporate culture and professional communication standards</a:t>
            </a:r>
          </a:p>
          <a:p>
            <a:pPr marL="285750" indent="-285750">
              <a:buFont typeface="Arial" panose="020B0604020202020204" pitchFamily="34" charset="0"/>
              <a:buChar char="•"/>
            </a:pPr>
            <a:r>
              <a:rPr lang="en-US" sz="2600" dirty="0"/>
              <a:t>Learning and working with new tools/technologies in a limited time</a:t>
            </a:r>
          </a:p>
          <a:p>
            <a:pPr marL="285750" indent="-285750">
              <a:buFont typeface="Arial" panose="020B0604020202020204" pitchFamily="34" charset="0"/>
              <a:buChar char="•"/>
            </a:pPr>
            <a:r>
              <a:rPr lang="en-US" sz="2600" dirty="0"/>
              <a:t>Managing tasks with deadlines, quality standards, and documentation</a:t>
            </a:r>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5" name="Rectangle 1">
            <a:extLst>
              <a:ext uri="{FF2B5EF4-FFF2-40B4-BE49-F238E27FC236}">
                <a16:creationId xmlns:a16="http://schemas.microsoft.com/office/drawing/2014/main" id="{4A15182C-F4AF-8C21-1E0F-AAB54781B33A}"/>
              </a:ext>
            </a:extLst>
          </p:cNvPr>
          <p:cNvSpPr>
            <a:spLocks noGrp="1" noChangeArrowheads="1"/>
          </p:cNvSpPr>
          <p:nvPr>
            <p:ph idx="1"/>
          </p:nvPr>
        </p:nvSpPr>
        <p:spPr bwMode="auto">
          <a:xfrm>
            <a:off x="381000" y="1504029"/>
            <a:ext cx="1071549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understand the existing Financial Transaction Analytics System and its architecture.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analyze how transaction data is processed, stored, and visualized in real-time systems.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contribute to the backend development by working on data processing and API handling.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support the enhancement and improvement of existing system functionalities. </a:t>
            </a:r>
          </a:p>
        </p:txBody>
      </p:sp>
    </p:spTree>
    <p:extLst>
      <p:ext uri="{BB962C8B-B14F-4D97-AF65-F5344CB8AC3E}">
        <p14:creationId xmlns:p14="http://schemas.microsoft.com/office/powerpoint/2010/main" val="251633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Business intelligence and analytics play a key role in transforming raw transaction data into meaningful insights that support decision-making in financial systems. With the increasing volume of digital transactions, there is a need for scalable and efficient data processing techniques. Technologies like Apache Kafka and modern data processing models enable real-time handling of large-scale data with high performance and reliability.</a:t>
            </a:r>
          </a:p>
          <a:p>
            <a:r>
              <a:rPr lang="en-US" dirty="0"/>
              <a:t>In addition, data visualization and dashboard design are important for presenting complex data in an understandable format. Research shows that combining real-time processing, big data analytics, and effective visualization techniques helps in building efficient transaction analytics systems. These concepts form the foundation of the proposed Financial Transaction Analytics System.</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The proposed work focuses on understanding and contributing to an existing Financial Transaction Analytics System used for processing and visualizing transaction data. The system follows a structured pipeline where data is collected, processed, stored, and analyzed to generate meaningful insights through an interactive dashboard.</a:t>
            </a:r>
          </a:p>
          <a:p>
            <a:r>
              <a:rPr lang="en-US" dirty="0"/>
              <a:t>During the internship, the work involved analyzing the system architecture, understanding data flow, and contributing to backend development. This included working with technologies such as Java Spring Boot, MySQL, and Apache Kafka to support data processing, API development, and system enhancements. The overall goal was to improve system understanding and assist in maintaining and enhancing the analytics platform.</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In modern financial systems, a large volume of transaction data is generated continuously, making it difficult to monitor and analyze using traditional methods. Existing approaches often lack real-time insights and efficient visualization, which can limit understanding of transaction patterns and system performance.</a:t>
            </a:r>
          </a:p>
          <a:p>
            <a:r>
              <a:rPr lang="en-US" dirty="0"/>
              <a:t>There is a need for a system that can process large-scale transaction data efficiently and present it in a structured and interactive manner. The challenge is to ensure smooth data flow, accurate processing, and meaningful visualization while handling high data volumes. The Financial Transaction Analytics System addresses this by providing a scalable solution for analyzing and visualizing transaction data.</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5" name="Rectangle 1">
            <a:extLst>
              <a:ext uri="{FF2B5EF4-FFF2-40B4-BE49-F238E27FC236}">
                <a16:creationId xmlns:a16="http://schemas.microsoft.com/office/drawing/2014/main" id="{3BCB94BE-D015-18B6-73A7-C09BCE797C91}"/>
              </a:ext>
            </a:extLst>
          </p:cNvPr>
          <p:cNvSpPr>
            <a:spLocks noGrp="1" noChangeArrowheads="1"/>
          </p:cNvSpPr>
          <p:nvPr>
            <p:ph idx="1"/>
          </p:nvPr>
        </p:nvSpPr>
        <p:spPr bwMode="auto">
          <a:xfrm>
            <a:off x="717884" y="1655982"/>
            <a:ext cx="100062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efficient processing of large volumes of transaction data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near real-time data analysis using streaming technologies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Offers clear and interactive visualization through dashboards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understanding of transaction patterns and system behavior </a:t>
            </a:r>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5" name="Rectangle 1">
            <a:extLst>
              <a:ext uri="{FF2B5EF4-FFF2-40B4-BE49-F238E27FC236}">
                <a16:creationId xmlns:a16="http://schemas.microsoft.com/office/drawing/2014/main" id="{BFD5CB80-73E1-07CD-0813-61F8A219D879}"/>
              </a:ext>
            </a:extLst>
          </p:cNvPr>
          <p:cNvSpPr>
            <a:spLocks noGrp="1" noChangeArrowheads="1"/>
          </p:cNvSpPr>
          <p:nvPr>
            <p:ph idx="1"/>
          </p:nvPr>
        </p:nvSpPr>
        <p:spPr bwMode="auto">
          <a:xfrm>
            <a:off x="838200" y="673946"/>
            <a:ext cx="545854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Modular architecture with separate components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ingestion using Apache Kafka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Backend processing using Java Spring Boot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storage using MySQL database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Analytics module for generating insights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Frontend dashboard using HTML, CSS, JavaScript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Visualization using Chart.js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REST APIs for frontend-backend communication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Scalable and efficient system design </a:t>
            </a:r>
          </a:p>
        </p:txBody>
      </p:sp>
    </p:spTree>
    <p:extLst>
      <p:ext uri="{BB962C8B-B14F-4D97-AF65-F5344CB8AC3E}">
        <p14:creationId xmlns:p14="http://schemas.microsoft.com/office/powerpoint/2010/main" val="336543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F0E31C5C-AE45-D6CE-50AC-335ED7FB4490}"/>
              </a:ext>
            </a:extLst>
          </p:cNvPr>
          <p:cNvSpPr>
            <a:spLocks noGrp="1" noChangeArrowheads="1"/>
          </p:cNvSpPr>
          <p:nvPr>
            <p:ph idx="1"/>
          </p:nvPr>
        </p:nvSpPr>
        <p:spPr bwMode="auto">
          <a:xfrm>
            <a:off x="725906" y="1352776"/>
            <a:ext cx="7772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Gained understanding of the Financial Transaction Analytics System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Worked on backend development and data processing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Learned technologies like Spring Boot, MySQL, and Kafka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Contributed to testing and system improvements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Improved knowledge of real-world system architecture </a:t>
            </a:r>
          </a:p>
        </p:txBody>
      </p:sp>
    </p:spTree>
    <p:extLst>
      <p:ext uri="{BB962C8B-B14F-4D97-AF65-F5344CB8AC3E}">
        <p14:creationId xmlns:p14="http://schemas.microsoft.com/office/powerpoint/2010/main" val="1072399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02611742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lgn="ctr">
              <a:buNone/>
            </a:pPr>
            <a:endParaRPr lang="en-US" dirty="0">
              <a:hlinkClick r:id="rId3"/>
            </a:endParaRPr>
          </a:p>
          <a:p>
            <a:pPr marL="0" indent="0" algn="ctr">
              <a:buNone/>
            </a:pPr>
            <a:endParaRPr lang="en-US" dirty="0">
              <a:hlinkClick r:id="rId3"/>
            </a:endParaRPr>
          </a:p>
          <a:p>
            <a:pPr marL="0" indent="0" algn="ctr">
              <a:buNone/>
            </a:pPr>
            <a:endParaRPr lang="en-US" dirty="0">
              <a:hlinkClick r:id="rId3"/>
            </a:endParaRPr>
          </a:p>
          <a:p>
            <a:r>
              <a:rPr lang="en-IN" u="sng" dirty="0">
                <a:hlinkClick r:id="rId4"/>
              </a:rPr>
              <a:t>https://github.com/bindu-n323/Financial-Transaction-Analytics-System-.git</a:t>
            </a:r>
            <a:endParaRPr lang="en-IN" dirty="0"/>
          </a:p>
        </p:txBody>
      </p:sp>
    </p:spTree>
    <p:extLst>
      <p:ext uri="{BB962C8B-B14F-4D97-AF65-F5344CB8AC3E}">
        <p14:creationId xmlns:p14="http://schemas.microsoft.com/office/powerpoint/2010/main" val="29562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17</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1189</Words>
  <Application>Microsoft Office PowerPoint</Application>
  <PresentationFormat>Widescreen</PresentationFormat>
  <Paragraphs>181</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PowerPoint Presentation</vt:lpstr>
      <vt:lpstr>About your team and reporting Manager</vt:lpstr>
      <vt:lpstr>Expected Challenges in Internship</vt:lpstr>
      <vt:lpstr>Objectives of the work</vt:lpstr>
      <vt:lpstr>Literature Review</vt:lpstr>
      <vt:lpstr>Proposed System / Work</vt:lpstr>
      <vt:lpstr>Problem Statement</vt:lpstr>
      <vt:lpstr>Advantages of Proposed System/Work</vt:lpstr>
      <vt:lpstr>System Design</vt:lpstr>
      <vt:lpstr>Conclusion</vt:lpstr>
      <vt:lpstr>Internship Road Map</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Annie Joseph</dc:creator>
  <cp:lastModifiedBy>Bindu N</cp:lastModifiedBy>
  <cp:revision>12</cp:revision>
  <dcterms:modified xsi:type="dcterms:W3CDTF">2026-04-22T07:58:06Z</dcterms:modified>
</cp:coreProperties>
</file>